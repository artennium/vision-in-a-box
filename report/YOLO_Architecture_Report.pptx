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B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45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6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5134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027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6117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827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0033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6627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586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877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81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837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88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85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89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5943600" cy="5943600"/>
          </a:xfrm>
          <a:prstGeom prst="ellipse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731520"/>
            <a:ext cx="4572000" cy="4572000"/>
          </a:xfrm>
          <a:prstGeom prst="ellipse">
            <a:avLst/>
          </a:prstGeom>
          <a:solidFill>
            <a:srgbClr val="263348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DEPLOYMENT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Object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Nginx  ·  YOLOv8  ·  FastAPI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5029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17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Technical Documentation  |  2024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EA5E9">
              <a:alpha val="2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349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53492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A580C">
              <a:alpha val="2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5349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53492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5349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53492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16A34A">
              <a:alpha val="2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5349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Group Members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</a:rPr>
              <a:t>Mr. </a:t>
            </a:r>
            <a:r>
              <a:rPr lang="en-US" sz="1600" b="1" dirty="0" err="1">
                <a:solidFill>
                  <a:schemeClr val="bg1"/>
                </a:solidFill>
              </a:rPr>
              <a:t>Kittisak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Petchnamkhang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MID:6601023611019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FDAC5B-C4E0-49FF-93C5-A1D56845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842" y="1234440"/>
            <a:ext cx="2477965" cy="3302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27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 &amp; key components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7180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Phase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70916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892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394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environment, Nginx, AI 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23444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3444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1417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19202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bridge network, defense-in-depth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7180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7180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Nginx, YOLOv8, FastAPI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709160"/>
            <a:ext cx="53949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709160"/>
            <a:ext cx="50292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709160"/>
            <a:ext cx="502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4892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References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2280" y="5394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cited sources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 &amp; key components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object detection service that lets users upload images and receive real-time YOLOv8 inference results with annotated bounding boxes — deployed via a single Docker Compose command.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5778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557784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83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Nginx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gateway — handles all external HTTP traffic and forwards to AI 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5778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83080"/>
            <a:ext cx="55778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83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Service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(internal)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running YOLOv8 — performs inference and returns JSON detection results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44805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263348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4805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Docker Virtual Bridge Network — Internal Communication Channel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166360"/>
            <a:ext cx="11430000" cy="109728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Service is never directly exposed to the internet. Only Nginx has an external port binding, keeping the inference engine fully isolated from outside traffic.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Phase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pipeline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Phase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triggers the full build pipeline with one command: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320040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24688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00200"/>
            <a:ext cx="246888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Layers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base images: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runtime · Nginx · YOLOv8 weights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320040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600200"/>
            <a:ext cx="24688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600200"/>
            <a:ext cx="24688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3756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Images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 images from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for each service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320040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4688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Network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internal bridge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container comms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06840" y="1600200"/>
            <a:ext cx="24688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06840" y="1600200"/>
            <a:ext cx="246888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9828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Services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9828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Nginx + AI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correct dependency order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execute automatically — no manual intervention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environment, Nginx, AI Service flow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 — Components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960120"/>
            <a:ext cx="2286000" cy="45720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960120"/>
            <a:ext cx="6035040" cy="45720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960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2560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63040"/>
            <a:ext cx="73152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46304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463040"/>
            <a:ext cx="2286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463040"/>
            <a:ext cx="21214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463040"/>
            <a:ext cx="6035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63040"/>
            <a:ext cx="5870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image and initiates a detection request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256032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31720"/>
            <a:ext cx="73152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3172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2331720"/>
            <a:ext cx="22860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331720"/>
            <a:ext cx="21214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Port 80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2331720"/>
            <a:ext cx="60350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331720"/>
            <a:ext cx="5870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requests; acts as reverse proxy to the AI service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2560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0040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20040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(YOLOv8)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200400"/>
            <a:ext cx="2286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200400"/>
            <a:ext cx="21214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Port 8000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0" y="3200400"/>
            <a:ext cx="6035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200400"/>
            <a:ext cx="5870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inference, computes bounding boxes, returns JSON results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56032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069080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06908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4069080"/>
            <a:ext cx="22860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4069080"/>
            <a:ext cx="21214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bridge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4069080"/>
            <a:ext cx="60350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4069080"/>
            <a:ext cx="5870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and connects Nginx and AI Service containers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937760"/>
            <a:ext cx="2560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937760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93776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(Results)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926080" y="4937760"/>
            <a:ext cx="2286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4937760"/>
            <a:ext cx="21214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12080" y="4937760"/>
            <a:ext cx="6035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4937760"/>
            <a:ext cx="5870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annotated result image returned by the API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 — End-to-End Request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" y="1618488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914400"/>
            <a:ext cx="2286000" cy="804672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91440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914400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91440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an image in the browser and clicks "Detect"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" y="2560320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1856232"/>
            <a:ext cx="2286000" cy="804672"/>
          </a:xfrm>
          <a:prstGeom prst="rect">
            <a:avLst/>
          </a:prstGeom>
          <a:solidFill>
            <a:srgbClr val="EA580C">
              <a:alpha val="2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856232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856232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85623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POST /api/predict with binary image payload to Nginx on Port 80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2940" y="3502152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2798064"/>
            <a:ext cx="2286000" cy="804672"/>
          </a:xfrm>
          <a:prstGeom prst="rect">
            <a:avLst/>
          </a:prstGeom>
          <a:solidFill>
            <a:srgbClr val="EA580C">
              <a:alpha val="2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2798064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Pass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98064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798064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forwards the request to AI Service (Port 8000) via the internal virtual network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849624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496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2940" y="4443984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3739896"/>
            <a:ext cx="2286000" cy="80467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3739896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Inference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3739896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73989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processes the image: runs YOLOv8 model, calculates bounding boxes and class labels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4791456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914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2940" y="5385816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4681728"/>
            <a:ext cx="2286000" cy="80467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4681728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0" y="4681728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468172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returns structured JSON (detections, coordinates, confidence scores) to Nginx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5733288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733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97280" y="5623560"/>
            <a:ext cx="2286000" cy="804672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62356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474720" y="5623560"/>
            <a:ext cx="832104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562356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forwards JSON to browser; browser renders the annotated image with bounding boxes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Explanation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Deployment  ·  Image Detection  ·  Data 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0EA5E9">
              <a:alpha val="2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54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Build &amp;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75488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A580C">
              <a:alpha val="2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4754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Image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475488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4754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Data Flow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Workflow Explanation — 4.1 Build &amp; Deployment Phase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Build &amp; Deployment Phase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starts when the developer runs docker compose up --build. Docker builds required images, creates a virtual network, and starts all containers automatically.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3063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19202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19202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--build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0288" y="32004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70048" y="2148840"/>
            <a:ext cx="19202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70048" y="2148840"/>
            <a:ext cx="19202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Nginx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YOLO libs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94576" y="32004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3063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74336" y="2148840"/>
            <a:ext cx="19202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74336" y="2148840"/>
            <a:ext cx="19202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7488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98864" y="32004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3063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78624" y="2148840"/>
            <a:ext cx="19202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78624" y="2148840"/>
            <a:ext cx="1920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78624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51776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Network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51776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bridge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created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582912" y="2148840"/>
            <a:ext cx="192024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582912" y="2148840"/>
            <a:ext cx="19202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82912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56064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Services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56064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:80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:8000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892040"/>
            <a:ext cx="11430000" cy="137160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after deployment: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5367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Nginx running on Port 80 — entry point for all external requests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56327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Service running on Port 8000 — YOLOv8 model loaded and ready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Internal Docker bridge network — Nginx and AI Service connected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Workflow Explanation — 4.2 Image Detection Workflow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Image Detection Workflow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463040"/>
            <a:ext cx="2834640" cy="77724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463040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4630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an image and clicks "Detect"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32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2980944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834640" cy="777240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313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Nginx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2313432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31343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image to POST /api/predict on Port 80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82696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82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3831336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163824"/>
            <a:ext cx="2834640" cy="777240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16382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→ AI Service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3163824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163824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request through internal Docker network to Port 8000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468172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1560" y="4014216"/>
            <a:ext cx="2834640" cy="777240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01421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(YOLOv8)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77640" y="4014216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401421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image, detects objects, generates bounding boxes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5532120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1560" y="4864608"/>
            <a:ext cx="2834640" cy="777240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86460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→ Nginx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77640" y="4864608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486460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detection result to JSON and sends back through Nginx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5833872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5833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51560" y="5715000"/>
            <a:ext cx="2834640" cy="777240"/>
          </a:xfrm>
          <a:prstGeom prst="rect">
            <a:avLst/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5715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Display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77640" y="5715000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57150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JSON result and renders annotated image on screen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Workflow Explanation — 4.3 Data 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Data 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7824" y="1508760"/>
            <a:ext cx="1920240" cy="1645920"/>
          </a:xfrm>
          <a:prstGeom prst="rect">
            <a:avLst/>
          </a:prstGeom>
          <a:solidFill>
            <a:srgbClr val="1E293B"/>
          </a:solidFill>
          <a:ln w="3175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508760"/>
            <a:ext cx="1920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057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image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3317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203704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9232" y="1508760"/>
            <a:ext cx="1920240" cy="1645920"/>
          </a:xfrm>
          <a:prstGeom prst="rect">
            <a:avLst/>
          </a:prstGeom>
          <a:solidFill>
            <a:srgbClr val="1E293B"/>
          </a:solidFill>
          <a:ln w="31750">
            <a:solidFill>
              <a:srgbClr val="EA580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9232" y="1508760"/>
            <a:ext cx="19202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057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— Gateway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23317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2203704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508760"/>
            <a:ext cx="1920240" cy="1645920"/>
          </a:xfrm>
          <a:prstGeom prst="rect">
            <a:avLst/>
          </a:prstGeom>
          <a:solidFill>
            <a:srgbClr val="1E293B"/>
          </a:solidFill>
          <a:ln w="3175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150876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057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— Port 8000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3317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203704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42048" y="1508760"/>
            <a:ext cx="1920240" cy="1645920"/>
          </a:xfrm>
          <a:prstGeom prst="rect">
            <a:avLst/>
          </a:prstGeom>
          <a:solidFill>
            <a:srgbClr val="1E293B"/>
          </a:solidFill>
          <a:ln w="3175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42048" y="1508760"/>
            <a:ext cx="19202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33488" y="2057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62288" y="233172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2203704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63456" y="1508760"/>
            <a:ext cx="1920240" cy="1645920"/>
          </a:xfrm>
          <a:prstGeom prst="rect">
            <a:avLst/>
          </a:prstGeom>
          <a:solidFill>
            <a:srgbClr val="1E293B"/>
          </a:solidFill>
          <a:ln w="3175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63456" y="1508760"/>
            <a:ext cx="19202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Display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54896" y="2057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337560"/>
            <a:ext cx="11430000" cy="640080"/>
          </a:xfrm>
          <a:prstGeom prst="roundRect">
            <a:avLst>
              <a:gd name="adj" fmla="val 14286"/>
            </a:avLst>
          </a:prstGeom>
          <a:solidFill>
            <a:srgbClr val="0F2A5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337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Nginx  →  AI Service (YOLOv8)  →  JSON Result  →  Browser Display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5760" y="4160520"/>
            <a:ext cx="114300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4754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Separation of Concerns: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gateway (Nginx) and AI processing (YOLOv8 service) are completely decoupled — each can be updated, scaled, or replaced independently.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5212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by Design: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Service is never exposed externally. All traffic flows through Nginx, enabling centralized control over rate limiting, SSL, and auth.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Container Isolation: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runs in its own container. The internal Docker bridge network is the only communication path — invisible to outside clients.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Security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bridge network, defense-in-depth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Security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1430000" cy="1600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02920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1247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Isolation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544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Service is never directly exposed to the internet. Only Nginx has an external port binding (Port 80), keeping inference fully isolated from outside traffic.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1430000" cy="16002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502920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9535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Bridge Network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 between Nginx and the AI Service occurs over the Docker virtual bridge network — invisible and inaccessible to external clients.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11430000" cy="1600200"/>
          </a:xfrm>
          <a:prstGeom prst="rect">
            <a:avLst/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617720"/>
            <a:ext cx="502920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177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782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52120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enforces one entry point, enabling future additions like rate limiting, SSL/TLS termination, and authentication middleware without modifying the AI service.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5E">
              <a:alpha val="70000"/>
            </a:srgbClr>
          </a:solidFill>
          <a:ln w="12700">
            <a:solidFill>
              <a:srgbClr val="0F2A5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2563E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Nginx, YOLOv8, FastAPI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577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03327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033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49047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and service lifecycle 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577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29077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36499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proxy, load balancer, static file serving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0916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709160"/>
            <a:ext cx="5577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478231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47823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523951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deep learning 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96012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960120"/>
            <a:ext cx="55778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960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92640" y="103327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1033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149047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web framework and async API server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283464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834640"/>
            <a:ext cx="55778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92640" y="29077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27648" y="336499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 for the AI inference service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709160"/>
            <a:ext cx="5577840" cy="169164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4709160"/>
            <a:ext cx="55778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Network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92640" y="478231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47823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Virtual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27648" y="5239512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inter-container communication channel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YOLO Object Detection System demonstrates a clean, production-ready containerized microservices pattern with clear separation of concerns.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57784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0487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isolated from direct external access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57784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23760" y="1874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40487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can be scaled independently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557784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1655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deployment via Docker Compose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57784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3886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41655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responsibilities between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715000"/>
            <a:ext cx="11430000" cy="68580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150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developer trigger to user result — fully automated, zero manual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097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09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0698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051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"YOLOv8 Documentation,"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Docs, 2024.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https://docs.ultralytics.com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94436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Inc.,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"Docker Compose Overview,"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Documentation, 2024.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https://docs.docker.com/compose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48188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Inc.,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"NGINX Reverse Proxy,"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Documentation, 2024.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623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https://nginx.org/en/docs/http/ngx_http_proxy_module.html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96012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10698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1051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Ramesh et al.,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"FastAPI — Modern, Fast Web Framework,"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Documentation, 2024.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660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https://fastapi.tiangolo.com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283464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294436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2926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Inc.,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"Docker Networking Overview,"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Documentation, 2024.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https://docs.docker.com/network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4709160"/>
            <a:ext cx="57150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34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4808" y="48188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Jocher et al.,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 by Ultralytics,"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2023.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5623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https://github.com/ultralytics/ultralytics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828800"/>
            <a:ext cx="7315200" cy="7315200"/>
          </a:xfrm>
          <a:prstGeom prst="ellipse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5943600" cy="5943600"/>
          </a:xfrm>
          <a:prstGeom prst="ellipse">
            <a:avLst/>
          </a:prstGeom>
          <a:solidFill>
            <a:srgbClr val="263348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Object Detection System — Architecture &amp; Deployment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4572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or further details, refer to the official documentation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technology listed in the References section.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1392</Words>
  <Application>Microsoft Office PowerPoint</Application>
  <PresentationFormat>แบบจอกว้าง</PresentationFormat>
  <Paragraphs>296</Paragraphs>
  <Slides>21</Slides>
  <Notes>21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กิตติศักดิ์ เพชรน้ำค้าง</cp:lastModifiedBy>
  <cp:revision>3</cp:revision>
  <dcterms:created xsi:type="dcterms:W3CDTF">2026-03-12T10:00:59Z</dcterms:created>
  <dcterms:modified xsi:type="dcterms:W3CDTF">2026-03-12T10:14:48Z</dcterms:modified>
</cp:coreProperties>
</file>